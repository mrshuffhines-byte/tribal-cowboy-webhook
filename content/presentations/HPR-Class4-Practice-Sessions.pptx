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one line about why you signed up for HPR — your ponies, your Clydesdales, and kids who need a different way into reading. Keep it under 30 seconds, then go straight to the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each card from your session journals. If you worked with the same child both times, say so here — it sets up the “building on session 1”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session 1 in about a minute: the lesson you picked, why it looked fun, and what actually happened. Let the photo do half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session 2 in about a minute: the lesson you picked, why it looked fun, and what actually happened. Let the photo do half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Ruth asked for one metaphor from your sessions, described. Pick the one that gave you goosebumps. Say the metaphor, pause, then explain it — don't rush this slide, it's the emotional center of your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GLOW / GROW self-reflection another participant shared. Fill it across both sessions — you don't need one per session. Be honest in the “Me · Grow” box; that's the one the class learns most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where you want to take HPR: your own herd, your own community, Tribal Cowboy's school programs. This is also your invitation to the class — you're building this in North Idaho and open to brainstorming at the live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015484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384048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 POWERED READING  ·  CLASS #4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21284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Practice Sessions, Feet and Hooves on the Ground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Stacie  ·  Tribal Cowboy LLC  ·  Athol, Idaho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23360" y="3730752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HPR Facilitator Course  ·  August 2026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SESSIONS AT A GLANCE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Sessions, Two Lessons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E120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Lesson name from the HPR curriculum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Child's first name + age, e.g. “B., age 9”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Which horse or pony joined you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Date · arena / paddock ]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solidFill>
            <a:srgbClr val="1A7A6B"/>
          </a:solidFill>
          <a:ln w="12700">
            <a:solidFill>
              <a:srgbClr val="1A7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0F0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Lesson name from the HPR curriculum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Child's first name + age, e.g. “B., age 9”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Which horse or pony joined you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Date · arena / paddock ]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[ Lesson Name ]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the session opened — meeting the horse, settling in ]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main activity — what the child did with the horse and the reading task ]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it wrapped up — what the child said or did at the end ]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ONE SENTENCE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heart of this session in your own words ]</a:t>
            </a:r>
            <a:endParaRPr lang="en-US" sz="850" dirty="0"/>
          </a:p>
        </p:txBody>
      </p:sp>
      <p:pic>
        <p:nvPicPr>
          <p:cNvPr id="10" name="Image 1" descr="/tmp/claude-0/-home-user-tribal-cowboy-webhook/9ba9e801-9603-5165-907c-67d024c96ac6/scratchpad/session1-photo-sma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960120"/>
            <a:ext cx="3108960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D4A843">
              <a:alpha val="0"/>
            </a:srgbClr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[ Lesson Name ]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the session opened — meeting the horse, settling in ]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main activity — what the child did with the horse and the reading task ]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it wrapped up — what the child said or did at the end ]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ONE SENTENCE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heart of this session in your own words ]</a:t>
            </a:r>
            <a:endParaRPr lang="en-US" sz="850" dirty="0"/>
          </a:p>
        </p:txBody>
      </p:sp>
      <p:pic>
        <p:nvPicPr>
          <p:cNvPr id="10" name="Image 1" descr="/tmp/claude-0/-home-user-tribal-cowboy-webhook/9ba9e801-9603-5165-907c-67d024c96ac6/scratchpad/session2-photo-sma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960120"/>
            <a:ext cx="3108960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D4A843">
              <a:alpha val="0"/>
            </a:srgbClr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METAPHOR FROM THE ARENA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Your metaphor — e.g. “the way she kept a loose lead rope was the way she finally stopped white-knuckling the words” ]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23360" y="338328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3566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A9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or two sentences on why this metaphor fits — what it showed you about the child, the horse, or reading itself 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 &amp; GROW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Glow &amp; Grow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228600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53212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86000" y="1719072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9572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 did well as a facilitator 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32120" y="1719072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4184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you'll do differently next time ]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286000" y="2706624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shined ]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2706624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4184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stretched or grew ]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Horse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286000" y="3694176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39572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brought to the session ]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532120" y="3694176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4184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taught — or is still learning ]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50292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PLANTING HPR ROOTS IN NORTH IDAHO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From Here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One or two lines on your plan — e.g. bringing Horse Powered Reading into Tribal Cowboy's school and community programs, and which readers or schools you want to reach first ]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023360" y="393192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— and thank you to the horses.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2026-08-24T20:33:41Z</dcterms:created>
  <dcterms:modified xsi:type="dcterms:W3CDTF">2026-08-24T20:33:41Z</dcterms:modified>
</cp:coreProperties>
</file>