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one line about why you signed up for HPR — your ponies, your Clydesdales, and kids who need a different way into reading. Keep it under 30 seconds, then go straight to the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each card from your session journals. If you worked with the same child both times, say so here — it sets up the “building on session 1”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class through Word Racer in about a minute: cones in a weaving pattern, CVC words facing the start (cap, kit, hop), Magic E versions on the back (cape, kite, hope). Charlie (6) led Monster down the line reading short vowels, turned around, and came back up reading the long ones. Accuracy before speed — with more kids it runs as a relay. Monster sets the pace, which keeps Charlie from rushing the words. Then share what actually happened in your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boxes answer Ruth's prompts directly: the ah-ha moment, what you learned, and the horse holding space / giving feedback. One or two sentences each — a specific detail (what the horse did with its body, the exact words the child used) lands better than a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class through session 2 in about a minute: the lesson you picked, why it looked fun, and what actually happened. Let the photo do half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boxes answer Ruth's prompts directly: the ah-ha moment, what you learned, and the horse holding space / giving feedback. One or two sentences each — a specific detail (what the horse did with its body, the exact words the child used) lands better than a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Ruth asked for one metaphor from your sessions, described. Pick the one that gave you goosebumps. Say the metaphor, pause, then explain it — don't rush this slide, it's the emotional center of your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GLOW / GROW self-reflection another participant shared. Fill it across both sessions — you don't need one per session. Be honest in the “Me · Grow” box; that's the one the class learns most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where you want to take HPR: your own herd, your own community, Tribal Cowboy's school programs. This is also your invitation to the class — you're building this in North Idaho and open to brainstorming at the live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"/>
            <a:ext cx="8229600" cy="0"/>
          </a:xfrm>
          <a:prstGeom prst="line">
            <a:avLst/>
          </a:prstGeom>
          <a:noFill/>
          <a:ln w="12700">
            <a:solidFill>
              <a:srgbClr val="C8A96E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15484"/>
            <a:ext cx="8229600" cy="0"/>
          </a:xfrm>
          <a:prstGeom prst="line">
            <a:avLst/>
          </a:prstGeom>
          <a:noFill/>
          <a:ln w="12700">
            <a:solidFill>
              <a:srgbClr val="C8A96E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84048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 POWERED READING  ·  CLASS #4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21284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Practice Sessions, Feet and Hooves on the Ground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Stacie  ·  Tribal Cowboy LLC  ·  Athol, Idaho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023360" y="3730752"/>
            <a:ext cx="109728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HPR Facilitator Course  ·  August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www.tribalcowboy.com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85216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info@tribalcowboy.com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25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4864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AT A GLANCE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Sessions, Two Lessons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886200" cy="3154680"/>
          </a:xfrm>
          <a:prstGeom prst="rect">
            <a:avLst/>
          </a:prstGeom>
          <a:solidFill>
            <a:srgbClr val="FFFCF7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3886200" cy="274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12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1810512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Racer — CVC words &amp; Magic E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Reader(s)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Charlie, age 6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Monster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&amp; where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Sunday, August 23 · the arena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3886200" cy="3154680"/>
          </a:xfrm>
          <a:prstGeom prst="rect">
            <a:avLst/>
          </a:prstGeom>
          <a:solidFill>
            <a:srgbClr val="FFFCF7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417320"/>
            <a:ext cx="3886200" cy="274320"/>
          </a:xfrm>
          <a:prstGeom prst="rect">
            <a:avLst/>
          </a:prstGeom>
          <a:solidFill>
            <a:srgbClr val="1A7A6B"/>
          </a:solidFill>
          <a:ln w="12700">
            <a:solidFill>
              <a:srgbClr val="1A7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0F0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37760" y="1810512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Lesson name from the HPR curriculum ]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Reader(s)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Child's first name + age ]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Which horse or pony joined you ]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&amp; where</a:t>
            </a:r>
            <a:endParaRPr lang="en-US" sz="900" dirty="0"/>
          </a:p>
          <a:p>
            <a:pPr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Date · arena / paddock 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4828032"/>
            <a:ext cx="8046720" cy="0"/>
          </a:xfrm>
          <a:prstGeom prst="line">
            <a:avLst/>
          </a:prstGeom>
          <a:noFill/>
          <a:ln w="9525">
            <a:solidFill>
              <a:srgbClr val="E0D6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www.tribalcowboy.com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85216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info@tribalcowboy.com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25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4864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  ·  WHAT WE DID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1: Word Racer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4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Cones set in a weaving pattern, a word card on each side — a CVC word facing the start (cap, kit, hop), its Magic E partner on the back (cape, kite, hope)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4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Charlie chose Monster as her pony partner, then wove him through the cones on the lead line, reading each short-vowel word out loud on the way down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574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the end they turned around and wove back reading the Magic E words — same letters, plus one silent E that changes everything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4663440" cy="777240"/>
          </a:xfrm>
          <a:prstGeom prst="rect">
            <a:avLst/>
          </a:prstGeom>
          <a:solidFill>
            <a:srgbClr val="FAF4EA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3749040"/>
            <a:ext cx="50292" cy="777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380390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7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CONCEPT</a:t>
            </a:r>
            <a:endParaRPr lang="en-US" sz="8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Magic E is silent, but it makes the vowel say its name: hop becomes hope.</a:t>
            </a:r>
            <a:endParaRPr lang="en-US" sz="850" dirty="0"/>
          </a:p>
        </p:txBody>
      </p:sp>
      <p:pic>
        <p:nvPicPr>
          <p:cNvPr id="10" name="Image 1" descr="/tmp/claude-0/-home-user-tribal-cowboy-webhook/9ba9e801-9603-5165-907c-67d024c96ac6/scratchpad/session1-photo-sma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960120"/>
            <a:ext cx="3108960" cy="3566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0" y="960120"/>
            <a:ext cx="3108960" cy="3566160"/>
          </a:xfrm>
          <a:prstGeom prst="rect">
            <a:avLst/>
          </a:prstGeom>
          <a:solidFill>
            <a:srgbClr val="D4A843">
              <a:alpha val="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4828032"/>
            <a:ext cx="8046720" cy="0"/>
          </a:xfrm>
          <a:prstGeom prst="line">
            <a:avLst/>
          </a:prstGeom>
          <a:noFill/>
          <a:ln w="9525">
            <a:solidFill>
              <a:srgbClr val="E0D6C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www.tribalcowboy.com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85216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info@tribalcowboy.com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25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4864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  ·  REFLECTIONS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1: What Stood Out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solidFill>
            <a:srgbClr val="FAF4E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463040"/>
            <a:ext cx="50292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536192"/>
            <a:ext cx="7635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7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AH-HA MOMENT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One moment that stood out — be specific: what the child said or did, what shifted ]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8046720" cy="9144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514600"/>
            <a:ext cx="50292" cy="914400"/>
          </a:xfrm>
          <a:prstGeom prst="rect">
            <a:avLst/>
          </a:prstGeom>
          <a:solidFill>
            <a:srgbClr val="1A7A6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587752"/>
            <a:ext cx="7635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LEARNED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What this session taught you as a facilitator 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FAF4EA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3566160"/>
            <a:ext cx="50292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639312"/>
            <a:ext cx="7635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7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HORSE'S PART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A moment the horse held space, gave feedback, or encouraged the reader ]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8640" y="4828032"/>
            <a:ext cx="8046720" cy="0"/>
          </a:xfrm>
          <a:prstGeom prst="line">
            <a:avLst/>
          </a:prstGeom>
          <a:noFill/>
          <a:ln w="9525">
            <a:solidFill>
              <a:srgbClr val="E0D6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www.tribalcowboy.com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85216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info@tribalcowboy.com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25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4864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  ·  WHAT WE DID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2: [ Lesson Name ]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4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How the session opened — meeting the horse, settling in ]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4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The main activity — what the child did with the horse and the reading task ]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574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How it wrapped up — what the child said or did at the end ]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4663440" cy="77724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3749040"/>
            <a:ext cx="50292" cy="777240"/>
          </a:xfrm>
          <a:prstGeom prst="rect">
            <a:avLst/>
          </a:prstGeom>
          <a:solidFill>
            <a:srgbClr val="1A7A6B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380390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ONE SENTENCE</a:t>
            </a:r>
            <a:endParaRPr lang="en-US" sz="8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The heart of this session in your own words ]</a:t>
            </a:r>
            <a:endParaRPr lang="en-US" sz="850" dirty="0"/>
          </a:p>
        </p:txBody>
      </p:sp>
      <p:pic>
        <p:nvPicPr>
          <p:cNvPr id="10" name="Image 1" descr="/tmp/claude-0/-home-user-tribal-cowboy-webhook/9ba9e801-9603-5165-907c-67d024c96ac6/scratchpad/session2-photo-sma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960120"/>
            <a:ext cx="3108960" cy="3566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0" y="960120"/>
            <a:ext cx="3108960" cy="3566160"/>
          </a:xfrm>
          <a:prstGeom prst="rect">
            <a:avLst/>
          </a:prstGeom>
          <a:solidFill>
            <a:srgbClr val="D4A843">
              <a:alpha val="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4828032"/>
            <a:ext cx="8046720" cy="0"/>
          </a:xfrm>
          <a:prstGeom prst="line">
            <a:avLst/>
          </a:prstGeom>
          <a:noFill/>
          <a:ln w="9525">
            <a:solidFill>
              <a:srgbClr val="E0D6C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www.tribalcowboy.com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85216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info@tribalcowboy.com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25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4864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  ·  REFLECTIONS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2: What Stood Out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solidFill>
            <a:srgbClr val="FAF4E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463040"/>
            <a:ext cx="50292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536192"/>
            <a:ext cx="7635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7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AH-HA MOMENT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One moment that stood out — be specific: what the child said or did, what shifted ]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8046720" cy="9144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514600"/>
            <a:ext cx="50292" cy="914400"/>
          </a:xfrm>
          <a:prstGeom prst="rect">
            <a:avLst/>
          </a:prstGeom>
          <a:solidFill>
            <a:srgbClr val="1A7A6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587752"/>
            <a:ext cx="7635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LEARNED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What this session taught you as a facilitator 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FAF4EA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3566160"/>
            <a:ext cx="50292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639312"/>
            <a:ext cx="7635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7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HORSE'S PART</a:t>
            </a:r>
            <a:endParaRPr lang="en-US" sz="8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A moment the horse held space, gave feedback, or encouraged the reader ]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8640" y="4828032"/>
            <a:ext cx="8046720" cy="0"/>
          </a:xfrm>
          <a:prstGeom prst="line">
            <a:avLst/>
          </a:prstGeom>
          <a:noFill/>
          <a:ln w="9525">
            <a:solidFill>
              <a:srgbClr val="E0D6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www.tribalcowboy.com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85216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info@tribalcowboy.com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METAPHOR FROM THE ARENA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3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Your metaphor — e.g. “the way she kept a loose lead rope was the way she finally stopped white-knuckling the words” ]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23360" y="3383280"/>
            <a:ext cx="109728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5661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One or two sentences on why this metaphor fits — what it showed you about the child, the horse, or reading itself 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www.tribalcowboy.com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216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info@tribalcowboy.com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25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4864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GLOW &amp; GROW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 &amp; Grow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286000" y="1371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A7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32120" y="1371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A7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19072"/>
            <a:ext cx="1600200" cy="868680"/>
          </a:xfrm>
          <a:prstGeom prst="rect">
            <a:avLst/>
          </a:prstGeom>
          <a:solidFill>
            <a:srgbClr val="2C252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1907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0" y="1719072"/>
            <a:ext cx="3063240" cy="868680"/>
          </a:xfrm>
          <a:prstGeom prst="rect">
            <a:avLst/>
          </a:prstGeom>
          <a:solidFill>
            <a:srgbClr val="FAF4EA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95728" y="1719072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What you did well as a facilitator ]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32120" y="1719072"/>
            <a:ext cx="3063240" cy="868680"/>
          </a:xfrm>
          <a:prstGeom prst="rect">
            <a:avLst/>
          </a:prstGeom>
          <a:solidFill>
            <a:srgbClr val="EEF7F5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41848" y="1719072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What you'll do differently next time ]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706624"/>
            <a:ext cx="1600200" cy="868680"/>
          </a:xfrm>
          <a:prstGeom prst="rect">
            <a:avLst/>
          </a:prstGeom>
          <a:solidFill>
            <a:srgbClr val="2C252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706624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Reader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286000" y="2706624"/>
            <a:ext cx="3063240" cy="868680"/>
          </a:xfrm>
          <a:prstGeom prst="rect">
            <a:avLst/>
          </a:prstGeom>
          <a:solidFill>
            <a:srgbClr val="FAF4EA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95728" y="2706624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Where the child shined ]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532120" y="2706624"/>
            <a:ext cx="3063240" cy="868680"/>
          </a:xfrm>
          <a:prstGeom prst="rect">
            <a:avLst/>
          </a:prstGeom>
          <a:solidFill>
            <a:srgbClr val="EEF7F5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41848" y="2706624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Where the child stretched or grew ]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694176"/>
            <a:ext cx="1600200" cy="868680"/>
          </a:xfrm>
          <a:prstGeom prst="rect">
            <a:avLst/>
          </a:prstGeom>
          <a:solidFill>
            <a:srgbClr val="2C2520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694176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Horse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286000" y="3694176"/>
            <a:ext cx="3063240" cy="868680"/>
          </a:xfrm>
          <a:prstGeom prst="rect">
            <a:avLst/>
          </a:prstGeom>
          <a:solidFill>
            <a:srgbClr val="FAF4EA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95728" y="3694176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What the horse brought to the session ]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532120" y="3694176"/>
            <a:ext cx="3063240" cy="868680"/>
          </a:xfrm>
          <a:prstGeom prst="rect">
            <a:avLst/>
          </a:prstGeom>
          <a:solidFill>
            <a:srgbClr val="EEF7F5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41848" y="3694176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What the horse taught — or is still learning ]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4828032"/>
            <a:ext cx="8046720" cy="0"/>
          </a:xfrm>
          <a:prstGeom prst="line">
            <a:avLst/>
          </a:prstGeom>
          <a:noFill/>
          <a:ln w="9525">
            <a:solidFill>
              <a:srgbClr val="E0D6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www.tribalcowboy.com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85216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info@tribalcowboy.com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029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PLANTING HPR ROOTS IN NORTH IDAHO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From Here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One or two lines on your plan — e.g. bringing Horse Powered Reading into Tribal Cowboy's school and community programs, and which readers or schools you want to reach first 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23360" y="3931920"/>
            <a:ext cx="109728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— and thank you to the horses.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www.tribalcowboy.com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85216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info@tribalcowboy.com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2026-08-24T21:07:17Z</dcterms:created>
  <dcterms:modified xsi:type="dcterms:W3CDTF">2026-08-24T21:07:17Z</dcterms:modified>
</cp:coreProperties>
</file>