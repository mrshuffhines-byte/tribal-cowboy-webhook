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one line about why you signed up for HPR — your ponies, your Clydesdales, and kids who need a different way into reading. Keep it under 30 seconds, then go straight to the sessions.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each card from your session journals. If you worked with the same child both times, say so here — it sets up the “building on session 1”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class through session 1 in about a minute: the lesson you picked, why it looked fun, and what actually happened. Let the photo do half the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boxes answer Ruth's prompts directly: the ah-ha moment, what you learned, and the horse holding space / giving feedback. One or two sentences each — a specific detail (what the horse did with its body, the exact words the child used) lands better than a summary.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class through session 2 in about a minute: the lesson you picked, why it looked fun, and what actually happened. Let the photo do half the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boxes answer Ruth's prompts directly: the ah-ha moment, what you learned, and the horse holding space / giving feedback. One or two sentences each — a specific detail (what the horse did with its body, the exact words the child used) lands better than a summary.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Ruth asked for one metaphor from your sessions, described. Pick the one that gave you goosebumps. Say the metaphor, pause, then explain it — don't rush this slide, it's the emotional center of your presentation.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GLOW / GROW self-reflection another participant shared. Fill it across both sessions — you don't need one per session. Be honest in the “Me · Grow” box; that's the one the class learns most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where you want to take HPR: your own herd, your own community, Tribal Cowboy's school programs. This is also your invitation to the class — you're building this in North Idaho and open to brainstorming at the live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25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28016"/>
            <a:ext cx="8229600" cy="0"/>
          </a:xfrm>
          <a:prstGeom prst="line">
            <a:avLst/>
          </a:prstGeom>
          <a:noFill/>
          <a:ln w="12700">
            <a:solidFill>
              <a:srgbClr val="C8A96E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5015484"/>
            <a:ext cx="8229600" cy="0"/>
          </a:xfrm>
          <a:prstGeom prst="line">
            <a:avLst/>
          </a:prstGeom>
          <a:noFill/>
          <a:ln w="12700">
            <a:solidFill>
              <a:srgbClr val="C8A96E">
                <a:alpha val="5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384048"/>
            <a:ext cx="1371600" cy="1371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874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HORSE POWERED READING  ·  CLASS #4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2212848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3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Practice Sessions, Feet and Hooves on the Ground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914400" y="3200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8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Stacie  ·  Tribal Cowboy LLC  ·  Athol, Idaho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023360" y="3730752"/>
            <a:ext cx="1097280" cy="0"/>
          </a:xfrm>
          <a:prstGeom prst="line">
            <a:avLst/>
          </a:prstGeom>
          <a:noFill/>
          <a:ln w="19050">
            <a:solidFill>
              <a:srgbClr val="D4A8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886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HPR Facilitator Course  ·  August 2026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585216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C25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" y="54864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54880" y="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SESSIONS AT A GLANCE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8412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Sessions, Two Lessons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3886200" cy="3154680"/>
          </a:xfrm>
          <a:prstGeom prst="rect">
            <a:avLst/>
          </a:prstGeom>
          <a:solidFill>
            <a:srgbClr val="FFFCF7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417320"/>
            <a:ext cx="3886200" cy="274320"/>
          </a:xfrm>
          <a:prstGeom prst="rect">
            <a:avLst/>
          </a:prstGeom>
          <a:solidFill>
            <a:srgbClr val="D4A843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141732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1E120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77240" y="1810512"/>
            <a:ext cx="3429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Lesson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Lesson name from the HPR curriculum ]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Reader(s)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Child's first name + age, e.g. “B., age 9” ]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Horse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Which horse or pony joined you ]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&amp; where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Date · arena / paddock ]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709160" y="1417320"/>
            <a:ext cx="3886200" cy="3154680"/>
          </a:xfrm>
          <a:prstGeom prst="rect">
            <a:avLst/>
          </a:prstGeom>
          <a:solidFill>
            <a:srgbClr val="FFFCF7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09160" y="1417320"/>
            <a:ext cx="3886200" cy="274320"/>
          </a:xfrm>
          <a:prstGeom prst="rect">
            <a:avLst/>
          </a:prstGeom>
          <a:solidFill>
            <a:srgbClr val="1A7A6B"/>
          </a:solidFill>
          <a:ln w="12700">
            <a:solidFill>
              <a:srgbClr val="1A7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709160" y="141732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D0F0E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2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37760" y="1810512"/>
            <a:ext cx="3429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Lesson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Lesson name from the HPR curriculum ]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Reader(s)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Child's first name + age, e.g. “B., age 9” ]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Horse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Which horse or pony joined you ]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&amp; where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Date · arena / paddock ]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48640" y="4828032"/>
            <a:ext cx="8046720" cy="0"/>
          </a:xfrm>
          <a:prstGeom prst="line">
            <a:avLst/>
          </a:prstGeom>
          <a:noFill/>
          <a:ln w="9525">
            <a:solidFill>
              <a:srgbClr val="E0D6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585216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C25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" y="54864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54880" y="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1  ·  WHAT WE DID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8412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Session 1: [ Lesson Name ]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4663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74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How the session opened — meeting the horse, settling in ]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74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The main activity — what the child did with the horse and the reading task ]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574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How it wrapped up — what the child said or did at the end ]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3749040"/>
            <a:ext cx="4663440" cy="777240"/>
          </a:xfrm>
          <a:prstGeom prst="rect">
            <a:avLst/>
          </a:prstGeom>
          <a:solidFill>
            <a:srgbClr val="FAF4EA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3749040"/>
            <a:ext cx="50292" cy="7772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380390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A7A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 ONE SENTENCE</a:t>
            </a:r>
            <a:endParaRPr lang="en-US" sz="850" dirty="0"/>
          </a:p>
          <a:p>
            <a:pPr indent="0" marL="0">
              <a:buNone/>
            </a:pPr>
            <a:r>
              <a:rPr lang="en-US" sz="1150" b="1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The heart of this session in your own words ]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486400" y="960120"/>
            <a:ext cx="3108960" cy="3566160"/>
          </a:xfrm>
          <a:prstGeom prst="rect">
            <a:avLst/>
          </a:prstGeom>
          <a:solidFill>
            <a:srgbClr val="FAF4EA"/>
          </a:solidFill>
          <a:ln w="15875">
            <a:solidFill>
              <a:srgbClr val="D4A843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5715000" y="960120"/>
            <a:ext cx="2651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2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Drop your favorite shot from this session here — the horse and reader together beats a posed smile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4828032"/>
            <a:ext cx="8046720" cy="0"/>
          </a:xfrm>
          <a:prstGeom prst="line">
            <a:avLst/>
          </a:prstGeom>
          <a:noFill/>
          <a:ln w="9525">
            <a:solidFill>
              <a:srgbClr val="E0D6C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85216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C25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" y="54864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54880" y="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1  ·  REFLECTIONS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8412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Session 1: What Stood Out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solidFill>
            <a:srgbClr val="FAF4EA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1463040"/>
            <a:ext cx="50292" cy="9144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536192"/>
            <a:ext cx="7635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A7A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AH-HA MOMENT</a:t>
            </a:r>
            <a:endParaRPr lang="en-US" sz="8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850" dirty="0"/>
          </a:p>
          <a:p>
            <a:pPr indent="0" marL="0">
              <a:buNone/>
            </a:pPr>
            <a:r>
              <a:rPr lang="en-US" sz="120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One moment that stood out — be specific: what the child said or did, what shifted ]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548640" y="2514600"/>
            <a:ext cx="8046720" cy="914400"/>
          </a:xfrm>
          <a:prstGeom prst="rect">
            <a:avLst/>
          </a:prstGeom>
          <a:solidFill>
            <a:srgbClr val="EEF7F5"/>
          </a:solidFill>
          <a:ln/>
        </p:spPr>
      </p:sp>
      <p:sp>
        <p:nvSpPr>
          <p:cNvPr id="10" name="Shape 7"/>
          <p:cNvSpPr/>
          <p:nvPr/>
        </p:nvSpPr>
        <p:spPr>
          <a:xfrm>
            <a:off x="548640" y="2514600"/>
            <a:ext cx="50292" cy="914400"/>
          </a:xfrm>
          <a:prstGeom prst="rect">
            <a:avLst/>
          </a:prstGeom>
          <a:solidFill>
            <a:srgbClr val="1A7A6B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2587752"/>
            <a:ext cx="7635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 LEARNED</a:t>
            </a:r>
            <a:endParaRPr lang="en-US" sz="8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850" dirty="0"/>
          </a:p>
          <a:p>
            <a:pPr indent="0" marL="0">
              <a:buNone/>
            </a:pPr>
            <a:r>
              <a:rPr lang="en-US" sz="120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What this session taught you as a facilitator ]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48640" y="3566160"/>
            <a:ext cx="8046720" cy="914400"/>
          </a:xfrm>
          <a:prstGeom prst="rect">
            <a:avLst/>
          </a:prstGeom>
          <a:solidFill>
            <a:srgbClr val="FAF4EA"/>
          </a:solidFill>
          <a:ln/>
        </p:spPr>
      </p:sp>
      <p:sp>
        <p:nvSpPr>
          <p:cNvPr id="13" name="Shape 10"/>
          <p:cNvSpPr/>
          <p:nvPr/>
        </p:nvSpPr>
        <p:spPr>
          <a:xfrm>
            <a:off x="548640" y="3566160"/>
            <a:ext cx="50292" cy="9144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3639312"/>
            <a:ext cx="7635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A7A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HORSE'S PART</a:t>
            </a:r>
            <a:endParaRPr lang="en-US" sz="8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850" dirty="0"/>
          </a:p>
          <a:p>
            <a:pPr indent="0" marL="0">
              <a:buNone/>
            </a:pPr>
            <a:r>
              <a:rPr lang="en-US" sz="120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A moment the horse held space, gave feedback, or encouraged the reader ]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548640" y="4828032"/>
            <a:ext cx="8046720" cy="0"/>
          </a:xfrm>
          <a:prstGeom prst="line">
            <a:avLst/>
          </a:prstGeom>
          <a:noFill/>
          <a:ln w="9525">
            <a:solidFill>
              <a:srgbClr val="E0D6C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585216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C25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" y="54864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54880" y="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2  ·  WHAT WE DID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8412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Session 2: [ Lesson Name ]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4663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74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How the session opened — meeting the horse, settling in ]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74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The main activity — what the child did with the horse and the reading task ]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574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How it wrapped up — what the child said or did at the end ]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3749040"/>
            <a:ext cx="4663440" cy="777240"/>
          </a:xfrm>
          <a:prstGeom prst="rect">
            <a:avLst/>
          </a:prstGeom>
          <a:solidFill>
            <a:srgbClr val="EEF7F5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3749040"/>
            <a:ext cx="50292" cy="777240"/>
          </a:xfrm>
          <a:prstGeom prst="rect">
            <a:avLst/>
          </a:prstGeom>
          <a:solidFill>
            <a:srgbClr val="1A7A6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380390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 ONE SENTENCE</a:t>
            </a:r>
            <a:endParaRPr lang="en-US" sz="850" dirty="0"/>
          </a:p>
          <a:p>
            <a:pPr indent="0" marL="0">
              <a:buNone/>
            </a:pPr>
            <a:r>
              <a:rPr lang="en-US" sz="1150" b="1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The heart of this session in your own words ]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486400" y="960120"/>
            <a:ext cx="3108960" cy="3566160"/>
          </a:xfrm>
          <a:prstGeom prst="rect">
            <a:avLst/>
          </a:prstGeom>
          <a:solidFill>
            <a:srgbClr val="FAF4EA"/>
          </a:solidFill>
          <a:ln w="15875">
            <a:solidFill>
              <a:srgbClr val="D4A843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5715000" y="960120"/>
            <a:ext cx="2651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2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Drop your favorite shot from this session here — the horse and reader together beats a posed smile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4828032"/>
            <a:ext cx="8046720" cy="0"/>
          </a:xfrm>
          <a:prstGeom prst="line">
            <a:avLst/>
          </a:prstGeom>
          <a:noFill/>
          <a:ln w="9525">
            <a:solidFill>
              <a:srgbClr val="E0D6C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85216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C25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" y="54864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54880" y="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2  ·  REFLECTIONS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8412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Session 2: What Stood Out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solidFill>
            <a:srgbClr val="FAF4EA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1463040"/>
            <a:ext cx="50292" cy="9144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536192"/>
            <a:ext cx="7635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A7A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AH-HA MOMENT</a:t>
            </a:r>
            <a:endParaRPr lang="en-US" sz="8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850" dirty="0"/>
          </a:p>
          <a:p>
            <a:pPr indent="0" marL="0">
              <a:buNone/>
            </a:pPr>
            <a:r>
              <a:rPr lang="en-US" sz="120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One moment that stood out — be specific: what the child said or did, what shifted ]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548640" y="2514600"/>
            <a:ext cx="8046720" cy="914400"/>
          </a:xfrm>
          <a:prstGeom prst="rect">
            <a:avLst/>
          </a:prstGeom>
          <a:solidFill>
            <a:srgbClr val="EEF7F5"/>
          </a:solidFill>
          <a:ln/>
        </p:spPr>
      </p:sp>
      <p:sp>
        <p:nvSpPr>
          <p:cNvPr id="10" name="Shape 7"/>
          <p:cNvSpPr/>
          <p:nvPr/>
        </p:nvSpPr>
        <p:spPr>
          <a:xfrm>
            <a:off x="548640" y="2514600"/>
            <a:ext cx="50292" cy="914400"/>
          </a:xfrm>
          <a:prstGeom prst="rect">
            <a:avLst/>
          </a:prstGeom>
          <a:solidFill>
            <a:srgbClr val="1A7A6B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2587752"/>
            <a:ext cx="7635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 LEARNED</a:t>
            </a:r>
            <a:endParaRPr lang="en-US" sz="8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850" dirty="0"/>
          </a:p>
          <a:p>
            <a:pPr indent="0" marL="0">
              <a:buNone/>
            </a:pPr>
            <a:r>
              <a:rPr lang="en-US" sz="120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What this session taught you as a facilitator ]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48640" y="3566160"/>
            <a:ext cx="8046720" cy="914400"/>
          </a:xfrm>
          <a:prstGeom prst="rect">
            <a:avLst/>
          </a:prstGeom>
          <a:solidFill>
            <a:srgbClr val="FAF4EA"/>
          </a:solidFill>
          <a:ln/>
        </p:spPr>
      </p:sp>
      <p:sp>
        <p:nvSpPr>
          <p:cNvPr id="13" name="Shape 10"/>
          <p:cNvSpPr/>
          <p:nvPr/>
        </p:nvSpPr>
        <p:spPr>
          <a:xfrm>
            <a:off x="548640" y="3566160"/>
            <a:ext cx="50292" cy="9144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3639312"/>
            <a:ext cx="7635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A7A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HORSE'S PART</a:t>
            </a:r>
            <a:endParaRPr lang="en-US" sz="8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850" dirty="0"/>
          </a:p>
          <a:p>
            <a:pPr indent="0" marL="0">
              <a:buNone/>
            </a:pPr>
            <a:r>
              <a:rPr lang="en-US" sz="120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A moment the horse held space, gave feedback, or encouraged the reader ]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548640" y="4828032"/>
            <a:ext cx="8046720" cy="0"/>
          </a:xfrm>
          <a:prstGeom prst="line">
            <a:avLst/>
          </a:prstGeom>
          <a:noFill/>
          <a:ln w="9525">
            <a:solidFill>
              <a:srgbClr val="E0D6C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585216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C25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METAPHOR FROM THE ARENA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80160" y="1554480"/>
            <a:ext cx="6583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F3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Your metaphor — e.g. “the way she kept a loose lead rope was the way she finally stopped white-knuckling the words” ]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023360" y="3383280"/>
            <a:ext cx="1097280" cy="0"/>
          </a:xfrm>
          <a:prstGeom prst="line">
            <a:avLst/>
          </a:prstGeom>
          <a:noFill/>
          <a:ln w="19050">
            <a:solidFill>
              <a:srgbClr val="D4A84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63040" y="356616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8A9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One or two sentences on why this metaphor fits — what it showed you about the child, the horse, or reading itself 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85216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C25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" y="54864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54880" y="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GLOW &amp; GROW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8412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Glow &amp; Grow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2286000" y="13716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9A7A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GLOW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532120" y="13716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1719072"/>
            <a:ext cx="1600200" cy="868680"/>
          </a:xfrm>
          <a:prstGeom prst="rect">
            <a:avLst/>
          </a:prstGeom>
          <a:solidFill>
            <a:srgbClr val="2C2520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719072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3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286000" y="1719072"/>
            <a:ext cx="3063240" cy="868680"/>
          </a:xfrm>
          <a:prstGeom prst="rect">
            <a:avLst/>
          </a:prstGeom>
          <a:solidFill>
            <a:srgbClr val="FAF4EA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395728" y="1719072"/>
            <a:ext cx="2843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What you did well as a facilitator ]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532120" y="1719072"/>
            <a:ext cx="3063240" cy="868680"/>
          </a:xfrm>
          <a:prstGeom prst="rect">
            <a:avLst/>
          </a:prstGeom>
          <a:solidFill>
            <a:srgbClr val="EEF7F5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41848" y="1719072"/>
            <a:ext cx="2843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What you'll do differently next time ]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2706624"/>
            <a:ext cx="1600200" cy="868680"/>
          </a:xfrm>
          <a:prstGeom prst="rect">
            <a:avLst/>
          </a:prstGeom>
          <a:solidFill>
            <a:srgbClr val="2C2520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2706624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3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Reader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2286000" y="2706624"/>
            <a:ext cx="3063240" cy="868680"/>
          </a:xfrm>
          <a:prstGeom prst="rect">
            <a:avLst/>
          </a:prstGeom>
          <a:solidFill>
            <a:srgbClr val="FAF4EA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395728" y="2706624"/>
            <a:ext cx="2843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Where the child shined ]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532120" y="2706624"/>
            <a:ext cx="3063240" cy="868680"/>
          </a:xfrm>
          <a:prstGeom prst="rect">
            <a:avLst/>
          </a:prstGeom>
          <a:solidFill>
            <a:srgbClr val="EEF7F5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41848" y="2706624"/>
            <a:ext cx="2843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Where the child stretched or grew ]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3694176"/>
            <a:ext cx="1600200" cy="868680"/>
          </a:xfrm>
          <a:prstGeom prst="rect">
            <a:avLst/>
          </a:prstGeom>
          <a:solidFill>
            <a:srgbClr val="2C2520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3694176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3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Horse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2286000" y="3694176"/>
            <a:ext cx="3063240" cy="868680"/>
          </a:xfrm>
          <a:prstGeom prst="rect">
            <a:avLst/>
          </a:prstGeom>
          <a:solidFill>
            <a:srgbClr val="FAF4EA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395728" y="3694176"/>
            <a:ext cx="2843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What the horse brought to the session ]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532120" y="3694176"/>
            <a:ext cx="3063240" cy="868680"/>
          </a:xfrm>
          <a:prstGeom prst="rect">
            <a:avLst/>
          </a:prstGeom>
          <a:solidFill>
            <a:srgbClr val="EEF7F5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641848" y="3694176"/>
            <a:ext cx="2843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What the horse taught — or is still learning ]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48640" y="4828032"/>
            <a:ext cx="8046720" cy="0"/>
          </a:xfrm>
          <a:prstGeom prst="line">
            <a:avLst/>
          </a:prstGeom>
          <a:noFill/>
          <a:ln w="9525">
            <a:solidFill>
              <a:srgbClr val="E0D6C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4864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585216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25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502920"/>
            <a:ext cx="1097280" cy="1097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783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PLANTING HPR ROOTS IN NORTH IDAHO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914400" y="2103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3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This Goes From Here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1371600" y="28346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One or two lines on your plan — e.g. bringing Horse Powered Reading into Tribal Cowboy's school and community programs, and which readers or schools you want to reach first ]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023360" y="3931920"/>
            <a:ext cx="1097280" cy="0"/>
          </a:xfrm>
          <a:prstGeom prst="line">
            <a:avLst/>
          </a:prstGeom>
          <a:noFill/>
          <a:ln w="19050">
            <a:solidFill>
              <a:srgbClr val="D4A84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4069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3ED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 — and thank you to the horses.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85216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2026-08-24T03:59:55Z</dcterms:created>
  <dcterms:modified xsi:type="dcterms:W3CDTF">2026-08-24T03:59:55Z</dcterms:modified>
</cp:coreProperties>
</file>